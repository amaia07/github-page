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ontserrat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584faf3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584faf3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584faf3f5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584faf3f5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584faf3f5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584faf3f5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5999493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d5999493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584faf3f5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d584faf3f5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hyperlink" Target="http://drive.google.com/file/d/1syt_dWHRm3CMX1Fy3LDW1IZzaH3OKI52/view" TargetMode="External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3.jpg"/><Relationship Id="rId5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4053900" cy="11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Artur Maia de Morais</a:t>
            </a:r>
            <a:endParaRPr b="1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4797075" y="4011650"/>
            <a:ext cx="37281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8"/>
              <a:t>Estudante na área de Ciência da Computação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Sobre Mim:</a:t>
            </a:r>
            <a:endParaRPr b="1"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Montserrat"/>
                <a:ea typeface="Montserrat"/>
                <a:cs typeface="Montserrat"/>
                <a:sym typeface="Montserrat"/>
              </a:rPr>
              <a:t>Desde a pré-adolescência tenho interesse nas áreas de tecnologia e sempre querendo me aprofundar e adquirir novos conhecimentos sobre computadores e linguagens de programação.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Montserrat"/>
                <a:ea typeface="Montserrat"/>
                <a:cs typeface="Montserrat"/>
                <a:sym typeface="Montserrat"/>
              </a:rPr>
              <a:t>Quando criança gostava muito de desenhar e acabei fazendo curso de desenho.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Montserrat"/>
                <a:ea typeface="Montserrat"/>
                <a:cs typeface="Montserrat"/>
                <a:sym typeface="Montserrat"/>
              </a:rPr>
              <a:t>Gosto de trabalhar em grupo.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Montserrat"/>
                <a:ea typeface="Montserrat"/>
                <a:cs typeface="Montserrat"/>
                <a:sym typeface="Montserrat"/>
              </a:rPr>
              <a:t>Tenho facilidade em </a:t>
            </a:r>
            <a:r>
              <a:rPr lang="pt-BR" sz="1200">
                <a:latin typeface="Montserrat"/>
                <a:ea typeface="Montserrat"/>
                <a:cs typeface="Montserrat"/>
                <a:sym typeface="Montserrat"/>
              </a:rPr>
              <a:t>apresentações</a:t>
            </a:r>
            <a:r>
              <a:rPr lang="pt-BR" sz="1200">
                <a:latin typeface="Montserrat"/>
                <a:ea typeface="Montserrat"/>
                <a:cs typeface="Montserrat"/>
                <a:sym typeface="Montserrat"/>
              </a:rPr>
              <a:t> de trabalho.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Montserrat"/>
                <a:ea typeface="Montserrat"/>
                <a:cs typeface="Montserrat"/>
                <a:sym typeface="Montserrat"/>
              </a:rPr>
              <a:t>Estudei durante um ano empreendedorismo (</a:t>
            </a:r>
            <a:r>
              <a:rPr lang="pt-BR" sz="1200">
                <a:latin typeface="Montserrat"/>
                <a:ea typeface="Montserrat"/>
                <a:cs typeface="Montserrat"/>
                <a:sym typeface="Montserrat"/>
              </a:rPr>
              <a:t>itinerário</a:t>
            </a:r>
            <a:r>
              <a:rPr lang="pt-BR" sz="1200">
                <a:latin typeface="Montserrat"/>
                <a:ea typeface="Montserrat"/>
                <a:cs typeface="Montserrat"/>
                <a:sym typeface="Montserrat"/>
              </a:rPr>
              <a:t> escolar)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Experiências Pessoais:</a:t>
            </a:r>
            <a:endParaRPr b="1"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9422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Montserrat"/>
                <a:ea typeface="Montserrat"/>
                <a:cs typeface="Montserrat"/>
                <a:sym typeface="Montserrat"/>
              </a:rPr>
              <a:t>Participei de projetos: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</a:pPr>
            <a:r>
              <a:rPr lang="pt-BR" sz="1200">
                <a:latin typeface="Montserrat"/>
                <a:ea typeface="Montserrat"/>
                <a:cs typeface="Montserrat"/>
                <a:sym typeface="Montserrat"/>
              </a:rPr>
              <a:t>Robótica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</a:pPr>
            <a:r>
              <a:rPr lang="pt-BR" sz="1200">
                <a:latin typeface="Montserrat"/>
                <a:ea typeface="Montserrat"/>
                <a:cs typeface="Montserrat"/>
                <a:sym typeface="Montserrat"/>
              </a:rPr>
              <a:t>Criação de jogos na ferramenta Scratch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</a:pPr>
            <a:r>
              <a:rPr lang="pt-BR" sz="1200">
                <a:latin typeface="Montserrat"/>
                <a:ea typeface="Montserrat"/>
                <a:cs typeface="Montserrat"/>
                <a:sym typeface="Montserrat"/>
              </a:rPr>
              <a:t>Criação de aplicativos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</a:pPr>
            <a:r>
              <a:rPr lang="pt-BR" sz="1200">
                <a:latin typeface="Montserrat"/>
                <a:ea typeface="Montserrat"/>
                <a:cs typeface="Montserrat"/>
                <a:sym typeface="Montserrat"/>
              </a:rPr>
              <a:t>Debates geopolíticos (atuando como jornalista e criando posts sobre os assuntos debatidos)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</a:pPr>
            <a:r>
              <a:rPr lang="pt-BR" sz="1200">
                <a:latin typeface="Montserrat"/>
                <a:ea typeface="Montserrat"/>
                <a:cs typeface="Montserrat"/>
                <a:sym typeface="Montserrat"/>
              </a:rPr>
              <a:t>Cursei durante a pré-adolescência curso de desenho.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052550" y="14692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Projetos:</a:t>
            </a:r>
            <a:endParaRPr b="1"/>
          </a:p>
        </p:txBody>
      </p:sp>
      <p:sp>
        <p:nvSpPr>
          <p:cNvPr id="153" name="Google Shape;153;p16"/>
          <p:cNvSpPr txBox="1"/>
          <p:nvPr/>
        </p:nvSpPr>
        <p:spPr>
          <a:xfrm>
            <a:off x="3868600" y="994325"/>
            <a:ext cx="48300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Na área robótica, tivemos um projeto de criar um carrinho utilizando as peças disponíveis e </a:t>
            </a:r>
            <a:r>
              <a:rPr lang="pt-BR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fazê</a:t>
            </a:r>
            <a:r>
              <a:rPr lang="pt-BR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-lo andar usando uma bateria.</a:t>
            </a:r>
            <a:endParaRPr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4" name="Google Shape;154;p16" title="20220530_11304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9725" y="951750"/>
            <a:ext cx="2382001" cy="3648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title="20220530_112944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61100" y="2121750"/>
            <a:ext cx="4077150" cy="247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7" title="20220503_06303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25" y="1373976"/>
            <a:ext cx="2523276" cy="3364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 title="20220503_063053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0788" y="119500"/>
            <a:ext cx="2277926" cy="303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2783200" y="3421400"/>
            <a:ext cx="3028500" cy="14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Desenhos que fiz durante e </a:t>
            </a:r>
            <a:r>
              <a:rPr lang="pt-BR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após</a:t>
            </a:r>
            <a:r>
              <a:rPr lang="pt-BR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o curso de desenho.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3" name="Google Shape;163;p17" title="20220503_063105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14100" y="655950"/>
            <a:ext cx="2782702" cy="37102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Contatos:</a:t>
            </a:r>
            <a:endParaRPr b="1"/>
          </a:p>
        </p:txBody>
      </p:sp>
      <p:sp>
        <p:nvSpPr>
          <p:cNvPr id="169" name="Google Shape;169;p18"/>
          <p:cNvSpPr txBox="1"/>
          <p:nvPr>
            <p:ph idx="1" type="body"/>
          </p:nvPr>
        </p:nvSpPr>
        <p:spPr>
          <a:xfrm>
            <a:off x="1297500" y="13741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Telefone: (61)99198-3381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E-mail: maiaartur2007@gmail.com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